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71" r:id="rId4"/>
    <p:sldId id="260" r:id="rId5"/>
    <p:sldId id="276" r:id="rId6"/>
    <p:sldId id="279" r:id="rId7"/>
    <p:sldId id="275" r:id="rId8"/>
    <p:sldId id="278" r:id="rId9"/>
    <p:sldId id="280" r:id="rId10"/>
    <p:sldId id="264" r:id="rId11"/>
    <p:sldId id="274" r:id="rId12"/>
    <p:sldId id="262" r:id="rId13"/>
    <p:sldId id="272" r:id="rId14"/>
    <p:sldId id="273" r:id="rId15"/>
    <p:sldId id="263" r:id="rId16"/>
    <p:sldId id="269" r:id="rId17"/>
    <p:sldId id="261" r:id="rId18"/>
    <p:sldId id="265" r:id="rId19"/>
    <p:sldId id="266" r:id="rId20"/>
    <p:sldId id="268" r:id="rId21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90" y="-28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6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sz="3600">
                <a:latin typeface="Calibri" pitchFamily="34" charset="0"/>
              </a:defRPr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10086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419225"/>
          </a:xfrm>
        </p:spPr>
        <p:txBody>
          <a:bodyPr/>
          <a:lstStyle>
            <a:lvl1pPr marL="0" indent="0" algn="ctr">
              <a:buFont typeface="Arial" charset="0"/>
              <a:buNone/>
              <a:defRPr>
                <a:latin typeface="Calibri" pitchFamily="34" charset="0"/>
                <a:ea typeface="ＭＳ ゴシック" pitchFamily="49" charset="-128"/>
              </a:defRPr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ja-JP"/>
          </a:p>
        </p:txBody>
      </p:sp>
      <p:sp>
        <p:nvSpPr>
          <p:cNvPr id="1008645" name="Rectangle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239000" y="6553200"/>
            <a:ext cx="1905000" cy="304800"/>
          </a:xfrm>
        </p:spPr>
        <p:txBody>
          <a:bodyPr/>
          <a:lstStyle>
            <a:lvl1pPr>
              <a:defRPr/>
            </a:lvl1pPr>
          </a:lstStyle>
          <a:p>
            <a:fld id="{7E519E8F-7264-485D-9C6F-8464ED36F65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08652" name="Line 12"/>
          <p:cNvSpPr>
            <a:spLocks noChangeShapeType="1"/>
          </p:cNvSpPr>
          <p:nvPr/>
        </p:nvSpPr>
        <p:spPr bwMode="auto">
          <a:xfrm>
            <a:off x="304800" y="836613"/>
            <a:ext cx="8496300" cy="0"/>
          </a:xfrm>
          <a:prstGeom prst="line">
            <a:avLst/>
          </a:prstGeom>
          <a:noFill/>
          <a:ln w="19050">
            <a:solidFill>
              <a:srgbClr val="6666FF"/>
            </a:solidFill>
            <a:round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008662" name="Line 22"/>
          <p:cNvSpPr>
            <a:spLocks noChangeShapeType="1"/>
          </p:cNvSpPr>
          <p:nvPr/>
        </p:nvSpPr>
        <p:spPr bwMode="auto">
          <a:xfrm>
            <a:off x="0" y="6513513"/>
            <a:ext cx="9131300" cy="0"/>
          </a:xfrm>
          <a:prstGeom prst="line">
            <a:avLst/>
          </a:prstGeom>
          <a:noFill/>
          <a:ln w="19050">
            <a:solidFill>
              <a:srgbClr val="6666FF"/>
            </a:solidFill>
            <a:round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E519E8F-7264-485D-9C6F-8464ED36F65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E519E8F-7264-485D-9C6F-8464ED36F65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342900" y="1022350"/>
            <a:ext cx="4140200" cy="53070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dirty="0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35500" y="1022350"/>
            <a:ext cx="4140200" cy="53070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E519E8F-7264-485D-9C6F-8464ED36F65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E519E8F-7264-485D-9C6F-8464ED36F65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スライド番号プレースホル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E519E8F-7264-485D-9C6F-8464ED36F65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E519E8F-7264-485D-9C6F-8464ED36F65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E519E8F-7264-485D-9C6F-8464ED36F65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アイコンをクリックして図を追加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E519E8F-7264-485D-9C6F-8464ED36F65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E519E8F-7264-485D-9C6F-8464ED36F65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61150" y="228600"/>
            <a:ext cx="2114550" cy="6100763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17500" y="228600"/>
            <a:ext cx="6191250" cy="6100763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E519E8F-7264-485D-9C6F-8464ED36F65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61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17500" y="228600"/>
            <a:ext cx="8140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 smtClean="0"/>
              <a:t>マスタ タイトルの書式設定</a:t>
            </a:r>
          </a:p>
        </p:txBody>
      </p:sp>
      <p:sp>
        <p:nvSpPr>
          <p:cNvPr id="100762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1022350"/>
            <a:ext cx="8432800" cy="5307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 smtClean="0"/>
              <a:t>マスタ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10076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5825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400">
                <a:ea typeface="ＭＳ 明朝" pitchFamily="17" charset="-128"/>
              </a:defRPr>
            </a:lvl1pPr>
          </a:lstStyle>
          <a:p>
            <a:fld id="{7E519E8F-7264-485D-9C6F-8464ED36F65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07624" name="Line 8"/>
          <p:cNvSpPr>
            <a:spLocks noChangeShapeType="1"/>
          </p:cNvSpPr>
          <p:nvPr/>
        </p:nvSpPr>
        <p:spPr bwMode="auto">
          <a:xfrm>
            <a:off x="304800" y="836613"/>
            <a:ext cx="8496300" cy="0"/>
          </a:xfrm>
          <a:prstGeom prst="line">
            <a:avLst/>
          </a:prstGeom>
          <a:noFill/>
          <a:ln w="19050">
            <a:solidFill>
              <a:srgbClr val="6666FF"/>
            </a:solidFill>
            <a:round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007629" name="Line 13"/>
          <p:cNvSpPr>
            <a:spLocks noChangeShapeType="1"/>
          </p:cNvSpPr>
          <p:nvPr/>
        </p:nvSpPr>
        <p:spPr bwMode="auto">
          <a:xfrm>
            <a:off x="0" y="6513513"/>
            <a:ext cx="9131300" cy="0"/>
          </a:xfrm>
          <a:prstGeom prst="line">
            <a:avLst/>
          </a:prstGeom>
          <a:noFill/>
          <a:ln w="19050">
            <a:solidFill>
              <a:srgbClr val="6666FF"/>
            </a:solidFill>
            <a:round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0076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1650" y="6572250"/>
            <a:ext cx="3252788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defRPr sz="1000">
                <a:ea typeface="+mn-ea"/>
              </a:defRPr>
            </a:lvl1pPr>
          </a:lstStyle>
          <a:p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itchFamily="18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itchFamily="18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itchFamily="18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itchFamily="18" charset="0"/>
          <a:ea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itchFamily="18" charset="0"/>
          <a:ea typeface="ＭＳ Ｐゴシック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itchFamily="18" charset="0"/>
          <a:ea typeface="ＭＳ Ｐゴシック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itchFamily="18" charset="0"/>
          <a:ea typeface="ＭＳ Ｐゴシック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itchFamily="18" charset="0"/>
          <a:ea typeface="ＭＳ Ｐゴシック" charset="-128"/>
        </a:defRPr>
      </a:lvl9pPr>
    </p:titleStyle>
    <p:bodyStyle>
      <a:lvl1pPr marL="180975" indent="-18097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534988" indent="-174625" algn="l" rtl="0" eaLnBrk="1" fontAlgn="base" hangingPunct="1">
        <a:spcBef>
          <a:spcPct val="20000"/>
        </a:spcBef>
        <a:spcAft>
          <a:spcPct val="0"/>
        </a:spcAft>
        <a:buFont typeface="Times New Roman" pitchFamily="18" charset="0"/>
        <a:buChar char="−"/>
        <a:defRPr kumimoji="1" sz="2400">
          <a:solidFill>
            <a:schemeClr val="tx1"/>
          </a:solidFill>
          <a:latin typeface="+mn-lt"/>
          <a:ea typeface="+mn-ea"/>
        </a:defRPr>
      </a:lvl2pPr>
      <a:lvl3pPr marL="896938" indent="-182563" algn="l" rtl="0" eaLnBrk="1" fontAlgn="base" hangingPunct="1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3pPr>
      <a:lvl4pPr marL="1258888" indent="-182563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ü"/>
        <a:defRPr kumimoji="1" sz="2000">
          <a:solidFill>
            <a:schemeClr val="tx1"/>
          </a:solidFill>
          <a:latin typeface="+mn-lt"/>
          <a:ea typeface="+mn-ea"/>
        </a:defRPr>
      </a:lvl4pPr>
      <a:lvl5pPr marL="1612900" indent="-174625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070100" indent="-174625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527300" indent="-174625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2984500" indent="-174625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441700" indent="-174625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配線</a:t>
            </a:r>
            <a:r>
              <a:rPr kumimoji="1" lang="en-US" altLang="ja-JP" dirty="0" smtClean="0"/>
              <a:t>CAD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426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更新情報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ピン周りの処理</a:t>
            </a:r>
            <a:endParaRPr kumimoji="1" lang="en-US" altLang="ja-JP" dirty="0" smtClean="0"/>
          </a:p>
          <a:p>
            <a:r>
              <a:rPr lang="ja-JP" altLang="en-US" dirty="0"/>
              <a:t>動作</a:t>
            </a:r>
            <a:r>
              <a:rPr lang="ja-JP" altLang="en-US" dirty="0" smtClean="0"/>
              <a:t>確認</a:t>
            </a:r>
            <a:endParaRPr lang="en-US" altLang="ja-JP" dirty="0" smtClean="0"/>
          </a:p>
          <a:p>
            <a:r>
              <a:rPr lang="ja-JP" altLang="en-US" dirty="0" smtClean="0"/>
              <a:t>アンドゥー</a:t>
            </a:r>
            <a:endParaRPr lang="en-US" altLang="ja-JP" dirty="0" smtClean="0"/>
          </a:p>
          <a:p>
            <a:r>
              <a:rPr lang="en-US" altLang="ja-JP" dirty="0"/>
              <a:t>GUI</a:t>
            </a:r>
            <a:r>
              <a:rPr lang="ja-JP" altLang="en-US" dirty="0"/>
              <a:t>作成</a:t>
            </a:r>
            <a:endParaRPr lang="en-US" altLang="ja-JP" dirty="0"/>
          </a:p>
          <a:p>
            <a:r>
              <a:rPr lang="en-US" altLang="ja-JP" dirty="0"/>
              <a:t>net2ptl</a:t>
            </a:r>
            <a:r>
              <a:rPr lang="ja-JP" altLang="en-US" dirty="0"/>
              <a:t>の整理</a:t>
            </a:r>
            <a:endParaRPr lang="en-US" altLang="ja-JP" dirty="0"/>
          </a:p>
          <a:p>
            <a:pPr lvl="1"/>
            <a:r>
              <a:rPr lang="ja-JP" altLang="en-US" dirty="0"/>
              <a:t>別関数を</a:t>
            </a:r>
            <a:r>
              <a:rPr lang="ja-JP" altLang="en-US" dirty="0" smtClean="0"/>
              <a:t>用意</a:t>
            </a:r>
            <a:endParaRPr lang="en-US" altLang="ja-JP" dirty="0"/>
          </a:p>
          <a:p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801100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やること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大きな</a:t>
            </a:r>
            <a:r>
              <a:rPr lang="ja-JP" altLang="en-US" dirty="0"/>
              <a:t>流れの</a:t>
            </a:r>
            <a:r>
              <a:rPr lang="ja-JP" altLang="en-US" dirty="0" smtClean="0"/>
              <a:t>整理（リファクタリング）</a:t>
            </a:r>
            <a:endParaRPr lang="en-US" altLang="ja-JP" dirty="0"/>
          </a:p>
          <a:p>
            <a:r>
              <a:rPr lang="ja-JP" altLang="en-US" dirty="0" smtClean="0"/>
              <a:t>配線</a:t>
            </a:r>
            <a:r>
              <a:rPr lang="ja-JP" altLang="en-US" dirty="0"/>
              <a:t>ワイアの選択</a:t>
            </a:r>
            <a:endParaRPr lang="en-US" altLang="ja-JP" dirty="0"/>
          </a:p>
          <a:p>
            <a:pPr lvl="1"/>
            <a:r>
              <a:rPr lang="ja-JP" altLang="en-US" dirty="0"/>
              <a:t>全配線ワイア取得時</a:t>
            </a:r>
            <a:r>
              <a:rPr lang="en-US" altLang="ja-JP" dirty="0" err="1" smtClean="0"/>
              <a:t>drv</a:t>
            </a:r>
            <a:r>
              <a:rPr lang="en-US" altLang="ja-JP" dirty="0" smtClean="0"/>
              <a:t>-rec</a:t>
            </a:r>
            <a:r>
              <a:rPr lang="ja-JP" altLang="en-US" dirty="0"/>
              <a:t>間</a:t>
            </a:r>
            <a:r>
              <a:rPr lang="ja-JP" altLang="en-US" dirty="0" smtClean="0"/>
              <a:t>のみ</a:t>
            </a:r>
            <a:r>
              <a:rPr lang="ja-JP" altLang="en-US" dirty="0"/>
              <a:t>のワイアを選択</a:t>
            </a:r>
            <a:endParaRPr lang="en-US" altLang="ja-JP" dirty="0"/>
          </a:p>
          <a:p>
            <a:pPr lvl="1"/>
            <a:r>
              <a:rPr lang="ja-JP" altLang="en-US" dirty="0"/>
              <a:t>選択ワイアのみを配線</a:t>
            </a:r>
            <a:endParaRPr lang="en-US" altLang="ja-JP" dirty="0"/>
          </a:p>
          <a:p>
            <a:r>
              <a:rPr lang="ja-JP" altLang="en-US" dirty="0" smtClean="0"/>
              <a:t>ブロッケージ</a:t>
            </a:r>
            <a:r>
              <a:rPr lang="ja-JP" altLang="en-US" dirty="0"/>
              <a:t>領域の整理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470782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CAD</a:t>
            </a:r>
            <a:r>
              <a:rPr kumimoji="1" lang="ja-JP" altLang="en-US" dirty="0" smtClean="0"/>
              <a:t>の手順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 smtClean="0"/>
              <a:t>out.riner</a:t>
            </a:r>
            <a:r>
              <a:rPr lang="ja-JP" altLang="en-US" dirty="0" smtClean="0"/>
              <a:t>の生成</a:t>
            </a:r>
            <a:endParaRPr lang="en-US" altLang="ja-JP" dirty="0" smtClean="0"/>
          </a:p>
          <a:p>
            <a:r>
              <a:rPr lang="en-US" altLang="ja-JP" dirty="0" err="1" smtClean="0"/>
              <a:t>out.riner</a:t>
            </a:r>
            <a:r>
              <a:rPr lang="ja-JP" altLang="en-US" dirty="0" smtClean="0"/>
              <a:t>を外部ルーターにより配線し</a:t>
            </a:r>
            <a:r>
              <a:rPr lang="en-US" altLang="ja-JP" dirty="0" err="1" smtClean="0"/>
              <a:t>in.riner</a:t>
            </a:r>
            <a:r>
              <a:rPr lang="ja-JP" altLang="en-US" dirty="0" smtClean="0"/>
              <a:t>を生成</a:t>
            </a:r>
            <a:endParaRPr lang="en-US" altLang="ja-JP" dirty="0" smtClean="0"/>
          </a:p>
          <a:p>
            <a:r>
              <a:rPr lang="en-US" altLang="ja-JP" dirty="0" err="1" smtClean="0"/>
              <a:t>in.riner</a:t>
            </a:r>
            <a:r>
              <a:rPr lang="ja-JP" altLang="en-US" dirty="0" smtClean="0"/>
              <a:t>から</a:t>
            </a:r>
            <a:r>
              <a:rPr lang="en-US" altLang="ja-JP" dirty="0" smtClean="0"/>
              <a:t>PTL</a:t>
            </a:r>
            <a:r>
              <a:rPr lang="ja-JP" altLang="en-US" dirty="0" smtClean="0"/>
              <a:t>配線ワイアに変換</a:t>
            </a:r>
            <a:endParaRPr lang="en-US" altLang="ja-JP" dirty="0" smtClean="0"/>
          </a:p>
          <a:p>
            <a:r>
              <a:rPr lang="en-US" altLang="ja-JP" dirty="0" smtClean="0"/>
              <a:t>PTL</a:t>
            </a:r>
            <a:r>
              <a:rPr lang="ja-JP" altLang="en-US" dirty="0" smtClean="0"/>
              <a:t>配線ワイアを</a:t>
            </a:r>
            <a:r>
              <a:rPr lang="en-US" altLang="ja-JP" dirty="0" smtClean="0"/>
              <a:t>net2ptl</a:t>
            </a:r>
            <a:r>
              <a:rPr lang="ja-JP" altLang="en-US" dirty="0" smtClean="0"/>
              <a:t>で</a:t>
            </a:r>
            <a:r>
              <a:rPr lang="en-US" altLang="ja-JP" dirty="0" err="1" smtClean="0"/>
              <a:t>ptl</a:t>
            </a:r>
            <a:r>
              <a:rPr lang="ja-JP" altLang="en-US" dirty="0" smtClean="0"/>
              <a:t>セルに変換</a:t>
            </a:r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692420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ワイア生成のプログラム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入力</a:t>
            </a:r>
            <a:endParaRPr lang="en-US" altLang="ja-JP" dirty="0" smtClean="0"/>
          </a:p>
          <a:p>
            <a:pPr lvl="1"/>
            <a:r>
              <a:rPr kumimoji="1" lang="ja-JP" altLang="en-US" dirty="0"/>
              <a:t>端点</a:t>
            </a:r>
            <a:r>
              <a:rPr kumimoji="1" lang="ja-JP" altLang="en-US" dirty="0" smtClean="0"/>
              <a:t>リスト、層情報</a:t>
            </a:r>
            <a:r>
              <a:rPr lang="en-US" altLang="ja-JP" dirty="0"/>
              <a:t>((1 </a:t>
            </a:r>
            <a:r>
              <a:rPr lang="en-US" altLang="ja-JP" dirty="0" smtClean="0"/>
              <a:t>1 1) </a:t>
            </a:r>
            <a:r>
              <a:rPr lang="en-US" altLang="ja-JP" dirty="0"/>
              <a:t>(1 </a:t>
            </a:r>
            <a:r>
              <a:rPr lang="en-US" altLang="ja-JP" dirty="0" smtClean="0"/>
              <a:t>3 1) (1 3 2) </a:t>
            </a:r>
            <a:r>
              <a:rPr lang="en-US" altLang="ja-JP" dirty="0"/>
              <a:t>(3 </a:t>
            </a:r>
            <a:r>
              <a:rPr lang="en-US" altLang="ja-JP" dirty="0" smtClean="0"/>
              <a:t>3 2))</a:t>
            </a:r>
            <a:endParaRPr lang="en-US" altLang="ja-JP" dirty="0"/>
          </a:p>
          <a:p>
            <a:pPr lvl="1"/>
            <a:r>
              <a:rPr kumimoji="1" lang="ja-JP" altLang="en-US" dirty="0" smtClean="0"/>
              <a:t>層</a:t>
            </a:r>
            <a:endParaRPr kumimoji="1" lang="en-US" altLang="ja-JP" dirty="0" smtClean="0"/>
          </a:p>
          <a:p>
            <a:pPr lvl="2"/>
            <a:r>
              <a:rPr lang="en-US" altLang="ja-JP" dirty="0" smtClean="0"/>
              <a:t>0:narrow,1:PTL1, 2:PTL2</a:t>
            </a:r>
          </a:p>
          <a:p>
            <a:pPr lvl="1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87281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out.riner</a:t>
            </a:r>
            <a:r>
              <a:rPr kumimoji="1" lang="ja-JP" altLang="en-US" dirty="0" smtClean="0"/>
              <a:t>の生成手順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セル位置のグリッド領域へ</a:t>
            </a:r>
            <a:r>
              <a:rPr kumimoji="1" lang="ja-JP" altLang="en-US" smtClean="0"/>
              <a:t>の移動</a:t>
            </a:r>
            <a:endParaRPr kumimoji="1" lang="en-US" altLang="ja-JP" dirty="0" smtClean="0"/>
          </a:p>
          <a:p>
            <a:r>
              <a:rPr kumimoji="1" lang="ja-JP" altLang="en-US" dirty="0" smtClean="0"/>
              <a:t>配線したいワイアの選択</a:t>
            </a:r>
            <a:endParaRPr kumimoji="1" lang="en-US" altLang="ja-JP" dirty="0" smtClean="0"/>
          </a:p>
          <a:p>
            <a:r>
              <a:rPr kumimoji="1" lang="ja-JP" altLang="en-US" dirty="0" smtClean="0"/>
              <a:t>ブロッケージ領域の探索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PTL</a:t>
            </a:r>
            <a:r>
              <a:rPr lang="ja-JP" altLang="en-US" dirty="0" smtClean="0"/>
              <a:t>とドライバ・レシーバが禁止領域</a:t>
            </a:r>
            <a:endParaRPr kumimoji="1" lang="en-US" altLang="ja-JP" dirty="0" smtClean="0"/>
          </a:p>
          <a:p>
            <a:r>
              <a:rPr lang="en-US" altLang="ja-JP" dirty="0" err="1" smtClean="0"/>
              <a:t>out.riner</a:t>
            </a:r>
            <a:r>
              <a:rPr lang="ja-JP" altLang="en-US" dirty="0" smtClean="0"/>
              <a:t>の生成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907487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in.riner</a:t>
            </a:r>
            <a:r>
              <a:rPr kumimoji="1" lang="ja-JP" altLang="en-US" dirty="0" smtClean="0"/>
              <a:t>から</a:t>
            </a:r>
            <a:r>
              <a:rPr kumimoji="1" lang="en-US" altLang="ja-JP" dirty="0" err="1" smtClean="0"/>
              <a:t>ptl</a:t>
            </a:r>
            <a:r>
              <a:rPr kumimoji="1" lang="ja-JP" altLang="en-US" dirty="0" smtClean="0"/>
              <a:t>用ワイアの配線手順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in.riner</a:t>
            </a:r>
            <a:r>
              <a:rPr kumimoji="1" lang="ja-JP" altLang="en-US" dirty="0" smtClean="0"/>
              <a:t>からワイア配線情報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グリッド座標、層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集合の取得</a:t>
            </a:r>
            <a:endParaRPr kumimoji="1" lang="en-US" altLang="ja-JP" dirty="0" smtClean="0"/>
          </a:p>
          <a:p>
            <a:r>
              <a:rPr lang="ja-JP" altLang="en-US" dirty="0"/>
              <a:t>対応</a:t>
            </a:r>
            <a:r>
              <a:rPr lang="ja-JP" altLang="en-US" dirty="0" smtClean="0"/>
              <a:t>する</a:t>
            </a:r>
            <a:r>
              <a:rPr lang="ja-JP" altLang="en-US" dirty="0"/>
              <a:t>元</a:t>
            </a:r>
            <a:r>
              <a:rPr lang="ja-JP" altLang="en-US" dirty="0" smtClean="0"/>
              <a:t>のネットの削除</a:t>
            </a:r>
            <a:endParaRPr kumimoji="1" lang="en-US" altLang="ja-JP" dirty="0" smtClean="0"/>
          </a:p>
          <a:p>
            <a:r>
              <a:rPr lang="ja-JP" altLang="en-US" dirty="0" smtClean="0"/>
              <a:t>グリッド</a:t>
            </a:r>
            <a:r>
              <a:rPr lang="ja-JP" altLang="en-US" dirty="0"/>
              <a:t>座標</a:t>
            </a:r>
            <a:r>
              <a:rPr lang="ja-JP" altLang="en-US" dirty="0" smtClean="0"/>
              <a:t>の</a:t>
            </a:r>
            <a:r>
              <a:rPr lang="en-US" altLang="ja-JP" dirty="0" err="1" smtClean="0"/>
              <a:t>xy</a:t>
            </a:r>
            <a:r>
              <a:rPr lang="ja-JP" altLang="en-US" dirty="0" smtClean="0"/>
              <a:t>座標への変換</a:t>
            </a:r>
            <a:endParaRPr lang="en-US" altLang="ja-JP" dirty="0" smtClean="0"/>
          </a:p>
          <a:p>
            <a:r>
              <a:rPr kumimoji="1" lang="en-US" altLang="ja-JP" dirty="0" err="1" smtClean="0"/>
              <a:t>xy</a:t>
            </a:r>
            <a:r>
              <a:rPr kumimoji="1" lang="ja-JP" altLang="en-US" dirty="0" smtClean="0"/>
              <a:t>座標、層を対応する</a:t>
            </a:r>
            <a:r>
              <a:rPr lang="en-US" altLang="ja-JP" dirty="0" err="1" smtClean="0"/>
              <a:t>ptl</a:t>
            </a:r>
            <a:r>
              <a:rPr lang="ja-JP" altLang="en-US" dirty="0" smtClean="0"/>
              <a:t>ワイアとして出力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837197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雑記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6515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選択したオブジェクト</a:t>
            </a:r>
            <a:r>
              <a:rPr lang="en-US" altLang="ja-JP" dirty="0" smtClean="0"/>
              <a:t>ID</a:t>
            </a:r>
            <a:r>
              <a:rPr lang="ja-JP" altLang="en-US" smtClean="0"/>
              <a:t>を返す関数</a:t>
            </a:r>
            <a:endParaRPr lang="en-US" altLang="ja-JP" dirty="0" smtClean="0"/>
          </a:p>
          <a:p>
            <a:pPr lvl="1"/>
            <a:r>
              <a:rPr lang="en-US" altLang="ja-JP" dirty="0" err="1" smtClean="0"/>
              <a:t>geGetSelSet</a:t>
            </a:r>
            <a:r>
              <a:rPr lang="en-US" altLang="ja-JP" dirty="0"/>
              <a:t>()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46598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雑記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SFQ</a:t>
            </a:r>
            <a:r>
              <a:rPr kumimoji="1" lang="ja-JP" altLang="en-US" dirty="0" smtClean="0"/>
              <a:t>セルの</a:t>
            </a:r>
            <a:r>
              <a:rPr kumimoji="1" lang="en-US" altLang="ja-JP" dirty="0" smtClean="0"/>
              <a:t>PTL</a:t>
            </a:r>
            <a:r>
              <a:rPr kumimoji="1" lang="ja-JP" altLang="en-US" dirty="0" smtClean="0"/>
              <a:t>１個分の領域が１グリッド</a:t>
            </a:r>
            <a:endParaRPr kumimoji="1" lang="en-US" altLang="ja-JP" dirty="0" smtClean="0"/>
          </a:p>
          <a:p>
            <a:r>
              <a:rPr lang="ja-JP" altLang="en-US" dirty="0"/>
              <a:t>ネットの情報</a:t>
            </a:r>
            <a:r>
              <a:rPr lang="ja-JP" altLang="en-US" dirty="0" smtClean="0"/>
              <a:t>は</a:t>
            </a:r>
            <a:r>
              <a:rPr lang="en-US" altLang="ja-JP" dirty="0" smtClean="0"/>
              <a:t>net~&gt;figs~&gt;points</a:t>
            </a:r>
          </a:p>
          <a:p>
            <a:pPr lvl="1"/>
            <a:r>
              <a:rPr kumimoji="1" lang="en-US" altLang="ja-JP" dirty="0" smtClean="0"/>
              <a:t>net~&gt;figs</a:t>
            </a:r>
            <a:r>
              <a:rPr kumimoji="1" lang="ja-JP" altLang="en-US" dirty="0" smtClean="0"/>
              <a:t>がそのネットを構成するワイア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線分？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集合</a:t>
            </a:r>
            <a:endParaRPr kumimoji="1" lang="en-US" altLang="ja-JP" dirty="0" smtClean="0"/>
          </a:p>
          <a:p>
            <a:pPr lvl="1"/>
            <a:r>
              <a:rPr lang="en-US" altLang="ja-JP" dirty="0"/>
              <a:t>net~&gt;figs~&gt;</a:t>
            </a:r>
            <a:r>
              <a:rPr lang="en-US" altLang="ja-JP" dirty="0" smtClean="0"/>
              <a:t>points</a:t>
            </a:r>
            <a:r>
              <a:rPr lang="ja-JP" altLang="en-US" dirty="0" smtClean="0"/>
              <a:t>がワイアの</a:t>
            </a:r>
            <a:r>
              <a:rPr lang="en-US" altLang="ja-JP" dirty="0" smtClean="0"/>
              <a:t>(2?)</a:t>
            </a:r>
            <a:r>
              <a:rPr lang="ja-JP" altLang="en-US" dirty="0" smtClean="0"/>
              <a:t>端点</a:t>
            </a:r>
            <a:endParaRPr lang="en-US" altLang="ja-JP" dirty="0" smtClean="0"/>
          </a:p>
          <a:p>
            <a:r>
              <a:rPr lang="ja-JP" altLang="en-US" dirty="0"/>
              <a:t>ワイア</a:t>
            </a:r>
            <a:r>
              <a:rPr lang="ja-JP" altLang="en-US" dirty="0" smtClean="0"/>
              <a:t>はグリッドの真ん中を通ることにする</a:t>
            </a:r>
            <a:endParaRPr lang="en-US" altLang="ja-JP" dirty="0" smtClean="0"/>
          </a:p>
          <a:p>
            <a:r>
              <a:rPr lang="ja-JP" altLang="en-US" dirty="0"/>
              <a:t>セル</a:t>
            </a:r>
            <a:r>
              <a:rPr lang="ja-JP" altLang="en-US" dirty="0" smtClean="0"/>
              <a:t>の</a:t>
            </a:r>
            <a:r>
              <a:rPr lang="ja-JP" altLang="en-US" dirty="0"/>
              <a:t>幅</a:t>
            </a:r>
            <a:r>
              <a:rPr lang="ja-JP" altLang="en-US" dirty="0" smtClean="0"/>
              <a:t>は</a:t>
            </a:r>
            <a:r>
              <a:rPr lang="en-US" altLang="ja-JP" smtClean="0"/>
              <a:t>(0.375 0.375) (0.4 0.4)??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57267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schCreateWire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ja-JP" dirty="0" err="1" smtClean="0"/>
              <a:t>d_cvId</a:t>
            </a:r>
            <a:r>
              <a:rPr lang="en-US" altLang="ja-JP" dirty="0" smtClean="0"/>
              <a:t> </a:t>
            </a:r>
            <a:endParaRPr lang="en-US" altLang="ja-JP" dirty="0"/>
          </a:p>
          <a:p>
            <a:pPr lvl="1"/>
            <a:r>
              <a:rPr lang="en-US" altLang="ja-JP" dirty="0"/>
              <a:t>cv</a:t>
            </a:r>
          </a:p>
          <a:p>
            <a:r>
              <a:rPr lang="en-US" altLang="ja-JP" dirty="0" err="1" smtClean="0"/>
              <a:t>t_entryMethod</a:t>
            </a:r>
            <a:r>
              <a:rPr lang="en-US" altLang="ja-JP" dirty="0" smtClean="0"/>
              <a:t> </a:t>
            </a:r>
            <a:endParaRPr lang="en-US" altLang="ja-JP" dirty="0"/>
          </a:p>
          <a:p>
            <a:pPr lvl="1"/>
            <a:r>
              <a:rPr lang="en-US" altLang="ja-JP" dirty="0"/>
              <a:t>“draw</a:t>
            </a:r>
            <a:r>
              <a:rPr lang="en-US" altLang="ja-JP" dirty="0" smtClean="0"/>
              <a:t>”</a:t>
            </a:r>
          </a:p>
          <a:p>
            <a:pPr lvl="1"/>
            <a:r>
              <a:rPr lang="en-US" altLang="ja-JP" dirty="0" smtClean="0"/>
              <a:t>“route”</a:t>
            </a:r>
            <a:r>
              <a:rPr lang="ja-JP" altLang="en-US" dirty="0" smtClean="0"/>
              <a:t>だと適当に引いてくれる</a:t>
            </a:r>
            <a:endParaRPr lang="en-US" altLang="ja-JP" dirty="0" smtClean="0"/>
          </a:p>
          <a:p>
            <a:r>
              <a:rPr lang="en-US" altLang="ja-JP" dirty="0" err="1" smtClean="0"/>
              <a:t>t_routeMethod</a:t>
            </a:r>
            <a:r>
              <a:rPr lang="en-US" altLang="ja-JP" dirty="0" smtClean="0"/>
              <a:t> </a:t>
            </a:r>
            <a:endParaRPr lang="en-US" altLang="ja-JP" dirty="0"/>
          </a:p>
          <a:p>
            <a:pPr lvl="1"/>
            <a:r>
              <a:rPr lang="en-US" altLang="ja-JP" dirty="0"/>
              <a:t>"full"</a:t>
            </a:r>
          </a:p>
          <a:p>
            <a:r>
              <a:rPr lang="en-US" altLang="ja-JP" dirty="0" err="1" smtClean="0"/>
              <a:t>l_points</a:t>
            </a:r>
            <a:r>
              <a:rPr lang="en-US" altLang="ja-JP" dirty="0" smtClean="0"/>
              <a:t> </a:t>
            </a:r>
            <a:endParaRPr lang="en-US" altLang="ja-JP" dirty="0"/>
          </a:p>
          <a:p>
            <a:pPr lvl="1"/>
            <a:r>
              <a:rPr lang="fr-FR" altLang="ja-JP" dirty="0"/>
              <a:t>(mapcar '(lambda (x) (list (car x) (cadr x))) sr</a:t>
            </a:r>
            <a:r>
              <a:rPr lang="fr-FR" altLang="ja-JP" dirty="0" smtClean="0"/>
              <a:t>)</a:t>
            </a:r>
          </a:p>
          <a:p>
            <a:r>
              <a:rPr lang="ja-JP" altLang="en-US" dirty="0" smtClean="0"/>
              <a:t>変数</a:t>
            </a:r>
            <a:endParaRPr lang="fr-FR" altLang="ja-JP" dirty="0"/>
          </a:p>
          <a:p>
            <a:pPr lvl="1"/>
            <a:r>
              <a:rPr lang="fr-FR" altLang="ja-JP" dirty="0" smtClean="0"/>
              <a:t>subRoutes</a:t>
            </a:r>
            <a:r>
              <a:rPr lang="ja-JP" altLang="en-US" dirty="0" smtClean="0"/>
              <a:t>は座標集合</a:t>
            </a:r>
            <a:endParaRPr lang="fr-FR" altLang="ja-JP" dirty="0"/>
          </a:p>
          <a:p>
            <a:pPr lvl="1"/>
            <a:r>
              <a:rPr lang="fr-FR" altLang="ja-JP" dirty="0" smtClean="0"/>
              <a:t>foreach sr subroutes</a:t>
            </a:r>
          </a:p>
          <a:p>
            <a:pPr lvl="1"/>
            <a:r>
              <a:rPr lang="fr-FR" altLang="ja-JP" dirty="0" smtClean="0"/>
              <a:t>subRoutes</a:t>
            </a:r>
            <a:endParaRPr lang="fr-FR" altLang="ja-JP" dirty="0"/>
          </a:p>
          <a:p>
            <a:pPr lvl="1"/>
            <a:r>
              <a:rPr lang="en-US" altLang="ja-JP" dirty="0" err="1"/>
              <a:t>clr_wid</a:t>
            </a:r>
            <a:r>
              <a:rPr lang="en-US" altLang="ja-JP" dirty="0"/>
              <a:t>=(list "navy" RINER.LGC_PATH_WIDTH)</a:t>
            </a:r>
            <a:endParaRPr lang="fr-FR" altLang="ja-JP" dirty="0" smtClean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ja-JP" dirty="0" err="1"/>
              <a:t>n_xSpacing</a:t>
            </a:r>
            <a:r>
              <a:rPr lang="en-US" altLang="ja-JP" dirty="0"/>
              <a:t> </a:t>
            </a:r>
            <a:endParaRPr lang="en-US" altLang="ja-JP" dirty="0" smtClean="0"/>
          </a:p>
          <a:p>
            <a:pPr lvl="1"/>
            <a:r>
              <a:rPr lang="en-US" altLang="ja-JP" dirty="0"/>
              <a:t>0</a:t>
            </a:r>
          </a:p>
          <a:p>
            <a:r>
              <a:rPr lang="en-US" altLang="ja-JP" dirty="0" err="1"/>
              <a:t>n_ySpacing</a:t>
            </a:r>
            <a:r>
              <a:rPr lang="en-US" altLang="ja-JP" dirty="0"/>
              <a:t> </a:t>
            </a:r>
            <a:endParaRPr lang="en-US" altLang="ja-JP" dirty="0" smtClean="0"/>
          </a:p>
          <a:p>
            <a:pPr lvl="1"/>
            <a:r>
              <a:rPr lang="en-US" altLang="ja-JP" dirty="0"/>
              <a:t>0</a:t>
            </a:r>
          </a:p>
          <a:p>
            <a:r>
              <a:rPr lang="en-US" altLang="ja-JP" dirty="0" err="1"/>
              <a:t>n_width</a:t>
            </a:r>
            <a:r>
              <a:rPr lang="en-US" altLang="ja-JP" dirty="0"/>
              <a:t> </a:t>
            </a:r>
            <a:endParaRPr lang="en-US" altLang="ja-JP" dirty="0" smtClean="0"/>
          </a:p>
          <a:p>
            <a:pPr lvl="1"/>
            <a:r>
              <a:rPr lang="en-US" altLang="ja-JP" dirty="0"/>
              <a:t>(</a:t>
            </a:r>
            <a:r>
              <a:rPr lang="en-US" altLang="ja-JP" dirty="0" err="1"/>
              <a:t>cadr</a:t>
            </a:r>
            <a:r>
              <a:rPr lang="en-US" altLang="ja-JP" dirty="0"/>
              <a:t> </a:t>
            </a:r>
            <a:r>
              <a:rPr lang="en-US" altLang="ja-JP" dirty="0" err="1"/>
              <a:t>clr_wid</a:t>
            </a:r>
            <a:r>
              <a:rPr lang="en-US" altLang="ja-JP" dirty="0" smtClean="0"/>
              <a:t>) = RINER.LGC_PATH_WIDTH</a:t>
            </a:r>
          </a:p>
          <a:p>
            <a:r>
              <a:rPr lang="en-US" altLang="ja-JP" dirty="0" smtClean="0"/>
              <a:t>[ </a:t>
            </a:r>
            <a:r>
              <a:rPr lang="en-US" altLang="ja-JP" dirty="0" err="1"/>
              <a:t>t_color</a:t>
            </a:r>
            <a:r>
              <a:rPr lang="en-US" altLang="ja-JP" dirty="0"/>
              <a:t> </a:t>
            </a:r>
            <a:r>
              <a:rPr lang="en-US" altLang="ja-JP" dirty="0" smtClean="0"/>
              <a:t>]</a:t>
            </a:r>
          </a:p>
          <a:p>
            <a:pPr lvl="1"/>
            <a:r>
              <a:rPr lang="en-US" altLang="ja-JP" dirty="0"/>
              <a:t>(car </a:t>
            </a:r>
            <a:r>
              <a:rPr lang="en-US" altLang="ja-JP" dirty="0" err="1"/>
              <a:t>clr_wid</a:t>
            </a:r>
            <a:r>
              <a:rPr lang="en-US" altLang="ja-JP" dirty="0" smtClean="0"/>
              <a:t>)) = </a:t>
            </a:r>
            <a:r>
              <a:rPr lang="en-US" altLang="ja-JP" dirty="0"/>
              <a:t>"navy" </a:t>
            </a:r>
          </a:p>
          <a:p>
            <a:r>
              <a:rPr lang="en-US" altLang="ja-JP" dirty="0"/>
              <a:t>[ </a:t>
            </a:r>
            <a:r>
              <a:rPr lang="en-US" altLang="ja-JP" dirty="0" err="1"/>
              <a:t>t_lineStyle</a:t>
            </a:r>
            <a:r>
              <a:rPr lang="en-US" altLang="ja-JP" dirty="0"/>
              <a:t> </a:t>
            </a:r>
            <a:r>
              <a:rPr lang="en-US" altLang="ja-JP" dirty="0" smtClean="0"/>
              <a:t>]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68467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位置の調整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全てのセル</a:t>
            </a:r>
            <a:r>
              <a:rPr lang="ja-JP" altLang="en-US" dirty="0" smtClean="0"/>
              <a:t>を位置調整によって定義グリッドにはめ込む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座標</a:t>
            </a:r>
            <a:r>
              <a:rPr lang="en-US" altLang="ja-JP" dirty="0" smtClean="0"/>
              <a:t>(0,0)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10261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out.riner</a:t>
            </a:r>
            <a:r>
              <a:rPr kumimoji="1" lang="ja-JP" altLang="en-US" dirty="0" smtClean="0"/>
              <a:t>の情報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altLang="ja-JP" dirty="0" smtClean="0"/>
              <a:t>net</a:t>
            </a:r>
            <a:r>
              <a:rPr lang="nl-NL" altLang="ja-JP" dirty="0"/>
              <a:t>: 4 5 7 9</a:t>
            </a:r>
          </a:p>
          <a:p>
            <a:r>
              <a:rPr lang="nl-NL" altLang="ja-JP" dirty="0" smtClean="0"/>
              <a:t>net</a:t>
            </a:r>
            <a:r>
              <a:rPr lang="nl-NL" altLang="ja-JP" dirty="0"/>
              <a:t>: 7 11 4 7</a:t>
            </a:r>
          </a:p>
          <a:p>
            <a:r>
              <a:rPr lang="nl-NL" altLang="ja-JP" dirty="0" smtClean="0"/>
              <a:t>boundary</a:t>
            </a:r>
            <a:r>
              <a:rPr lang="nl-NL" altLang="ja-JP" dirty="0"/>
              <a:t>: 0 0 20 19</a:t>
            </a:r>
          </a:p>
          <a:p>
            <a:r>
              <a:rPr lang="nl-NL" altLang="ja-JP" dirty="0" smtClean="0"/>
              <a:t>cell</a:t>
            </a:r>
            <a:r>
              <a:rPr lang="nl-NL" altLang="ja-JP" dirty="0"/>
              <a:t>: 13 11 0</a:t>
            </a:r>
          </a:p>
          <a:p>
            <a:r>
              <a:rPr lang="sv-SE" altLang="ja-JP" dirty="0" smtClean="0"/>
              <a:t>blockage</a:t>
            </a:r>
            <a:r>
              <a:rPr lang="sv-SE" altLang="ja-JP" dirty="0"/>
              <a:t>: 9 11 1</a:t>
            </a:r>
          </a:p>
          <a:p>
            <a:r>
              <a:rPr lang="sv-SE" altLang="ja-JP" dirty="0" smtClean="0"/>
              <a:t>blockage</a:t>
            </a:r>
            <a:r>
              <a:rPr lang="sv-SE" altLang="ja-JP" dirty="0"/>
              <a:t>: 9 10 1</a:t>
            </a:r>
          </a:p>
          <a:p>
            <a:r>
              <a:rPr lang="sv-SE" altLang="ja-JP" dirty="0" smtClean="0"/>
              <a:t>blockage</a:t>
            </a:r>
            <a:r>
              <a:rPr lang="sv-SE" altLang="ja-JP" dirty="0"/>
              <a:t>: 9 9 1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43969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アンドゥー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ptl</a:t>
            </a:r>
            <a:r>
              <a:rPr kumimoji="1" lang="en-US" altLang="ja-JP" dirty="0" smtClean="0"/>
              <a:t> -&gt; </a:t>
            </a:r>
            <a:r>
              <a:rPr lang="en-US" altLang="ja-JP" dirty="0" err="1" smtClean="0"/>
              <a:t>ptl</a:t>
            </a:r>
            <a:r>
              <a:rPr lang="ja-JP" altLang="en-US" dirty="0" smtClean="0"/>
              <a:t>用ワイア</a:t>
            </a:r>
            <a:endParaRPr lang="en-US" altLang="ja-JP" dirty="0" smtClean="0"/>
          </a:p>
          <a:p>
            <a:pPr lvl="1"/>
            <a:r>
              <a:rPr lang="en-US" altLang="ja-JP" dirty="0" err="1" smtClean="0"/>
              <a:t>ptl</a:t>
            </a:r>
            <a:r>
              <a:rPr lang="ja-JP" altLang="en-US" dirty="0" smtClean="0"/>
              <a:t>ワイア選択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１ネットに対する</a:t>
            </a:r>
            <a:r>
              <a:rPr lang="en-US" altLang="ja-JP" dirty="0" err="1" smtClean="0"/>
              <a:t>ptl</a:t>
            </a:r>
            <a:r>
              <a:rPr lang="ja-JP" altLang="en-US" dirty="0" smtClean="0"/>
              <a:t>集合の取得</a:t>
            </a:r>
            <a:endParaRPr lang="en-US" altLang="ja-JP" dirty="0" smtClean="0"/>
          </a:p>
          <a:p>
            <a:pPr lvl="1"/>
            <a:r>
              <a:rPr lang="en-US" altLang="ja-JP" dirty="0" err="1" smtClean="0"/>
              <a:t>ptl</a:t>
            </a:r>
            <a:r>
              <a:rPr lang="ja-JP" altLang="en-US" dirty="0" smtClean="0"/>
              <a:t>ワイアへ</a:t>
            </a:r>
            <a:r>
              <a:rPr lang="ja-JP" altLang="en-US" dirty="0"/>
              <a:t>の変換</a:t>
            </a:r>
            <a:endParaRPr lang="en-US" altLang="ja-JP" dirty="0" smtClean="0"/>
          </a:p>
          <a:p>
            <a:r>
              <a:rPr lang="en-US" altLang="ja-JP" dirty="0" err="1" smtClean="0"/>
              <a:t>ptl</a:t>
            </a:r>
            <a:r>
              <a:rPr lang="ja-JP" altLang="en-US" dirty="0" smtClean="0"/>
              <a:t>用ワイア</a:t>
            </a:r>
            <a:r>
              <a:rPr lang="en-US" altLang="ja-JP" dirty="0" smtClean="0"/>
              <a:t> -&gt;</a:t>
            </a:r>
            <a:r>
              <a:rPr lang="ja-JP" altLang="en-US" dirty="0" smtClean="0"/>
              <a:t> </a:t>
            </a:r>
            <a:r>
              <a:rPr lang="ja-JP" altLang="en-US" dirty="0"/>
              <a:t>元の</a:t>
            </a:r>
            <a:r>
              <a:rPr lang="ja-JP" altLang="en-US" dirty="0" smtClean="0"/>
              <a:t>ワイア</a:t>
            </a:r>
            <a:endParaRPr lang="en-US" altLang="ja-JP" dirty="0" smtClean="0"/>
          </a:p>
          <a:p>
            <a:pPr lvl="1"/>
            <a:r>
              <a:rPr kumimoji="1" lang="ja-JP" altLang="en-US" dirty="0" smtClean="0"/>
              <a:t>ここをまず手を付ける</a:t>
            </a:r>
            <a:endParaRPr kumimoji="1" lang="en-US" altLang="ja-JP" dirty="0" smtClean="0"/>
          </a:p>
          <a:p>
            <a:pPr lvl="1"/>
            <a:r>
              <a:rPr lang="ja-JP" altLang="en-US" dirty="0"/>
              <a:t>ワイアの構造</a:t>
            </a:r>
            <a:r>
              <a:rPr lang="ja-JP" altLang="en-US" dirty="0" smtClean="0"/>
              <a:t>は類似？</a:t>
            </a:r>
            <a:endParaRPr kumimoji="1" lang="en-US" altLang="ja-JP" dirty="0" smtClean="0"/>
          </a:p>
          <a:p>
            <a:r>
              <a:rPr kumimoji="1" lang="en-US" altLang="ja-JP" dirty="0" err="1" smtClean="0"/>
              <a:t>dRouteList</a:t>
            </a:r>
            <a:r>
              <a:rPr kumimoji="1" lang="ja-JP" altLang="en-US" dirty="0" smtClean="0"/>
              <a:t>の構造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((</a:t>
            </a:r>
            <a:r>
              <a:rPr lang="en-US" altLang="ja-JP" dirty="0"/>
              <a:t>1 (7 11 1) (4 11 1) (4 11 2) (4 7 2) (4 7 1</a:t>
            </a:r>
            <a:r>
              <a:rPr lang="en-US" altLang="ja-JP" dirty="0" smtClean="0"/>
              <a:t>))</a:t>
            </a:r>
          </a:p>
          <a:p>
            <a:pPr lvl="1"/>
            <a:r>
              <a:rPr lang="en-US" altLang="ja-JP" dirty="0" smtClean="0"/>
              <a:t> </a:t>
            </a:r>
            <a:r>
              <a:rPr lang="en-US" altLang="ja-JP" dirty="0"/>
              <a:t>(0 (4 5 1) (7 5 1) (7 5 2) (7 9 2) (7 9 1</a:t>
            </a:r>
            <a:r>
              <a:rPr lang="en-US" altLang="ja-JP" dirty="0" smtClean="0"/>
              <a:t>)))</a:t>
            </a:r>
          </a:p>
          <a:p>
            <a:pPr lvl="1"/>
            <a:r>
              <a:rPr lang="ja-JP" altLang="en-US" dirty="0"/>
              <a:t>最初</a:t>
            </a:r>
            <a:r>
              <a:rPr lang="ja-JP" altLang="en-US" dirty="0" smtClean="0"/>
              <a:t>の</a:t>
            </a:r>
            <a:r>
              <a:rPr lang="en-US" altLang="ja-JP" dirty="0" smtClean="0"/>
              <a:t>1, 0</a:t>
            </a:r>
            <a:r>
              <a:rPr lang="ja-JP" altLang="en-US" dirty="0" smtClean="0"/>
              <a:t>はワイア以降の三組は座標と層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51983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 smtClean="0"/>
              <a:t>in.riner</a:t>
            </a:r>
            <a:r>
              <a:rPr lang="ja-JP" altLang="en-US" dirty="0" smtClean="0"/>
              <a:t>へ送る配線領域・配線不能領域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配線領域はどう出している？</a:t>
            </a:r>
            <a:endParaRPr kumimoji="1" lang="en-US" altLang="ja-JP" dirty="0" smtClean="0"/>
          </a:p>
          <a:p>
            <a:pPr lvl="1"/>
            <a:r>
              <a:rPr lang="ja-JP" altLang="en-US" dirty="0"/>
              <a:t>出さなくてもいいのか</a:t>
            </a:r>
            <a:r>
              <a:rPr lang="ja-JP" altLang="en-US" dirty="0" smtClean="0"/>
              <a:t>も？</a:t>
            </a:r>
            <a:endParaRPr kumimoji="1" lang="en-US" altLang="ja-JP" dirty="0" smtClean="0"/>
          </a:p>
          <a:p>
            <a:r>
              <a:rPr kumimoji="1" lang="en-US" altLang="ja-JP" dirty="0" smtClean="0"/>
              <a:t>PTL</a:t>
            </a:r>
            <a:r>
              <a:rPr kumimoji="1" lang="ja-JP" altLang="en-US" dirty="0" smtClean="0"/>
              <a:t>ドライバ・レシーバ上のみ？</a:t>
            </a:r>
            <a:endParaRPr kumimoji="1" lang="en-US" altLang="ja-JP" dirty="0" smtClean="0"/>
          </a:p>
          <a:p>
            <a:pPr lvl="1"/>
            <a:r>
              <a:rPr lang="ja-JP" altLang="en-US" dirty="0" smtClean="0"/>
              <a:t>あと入出力ピンもあるかも？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0852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 smtClean="0"/>
              <a:t>ruType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return ptl2 ptl1 via </a:t>
            </a:r>
            <a:r>
              <a:rPr lang="en-US" altLang="ja-JP" dirty="0" err="1" smtClean="0"/>
              <a:t>lgc</a:t>
            </a:r>
            <a:r>
              <a:rPr lang="en-US" altLang="ja-JP" dirty="0" smtClean="0"/>
              <a:t>(logic)</a:t>
            </a:r>
          </a:p>
          <a:p>
            <a:endParaRPr lang="en-US" altLang="ja-JP" dirty="0" smtClean="0"/>
          </a:p>
          <a:p>
            <a:r>
              <a:rPr lang="en-US" altLang="ja-JP" dirty="0" smtClean="0"/>
              <a:t>RINER.SCHEM_GRID_LEN</a:t>
            </a:r>
          </a:p>
          <a:p>
            <a:pPr lvl="1"/>
            <a:r>
              <a:rPr lang="en-US" altLang="ja-JP" dirty="0" smtClean="0"/>
              <a:t>PTL</a:t>
            </a:r>
            <a:r>
              <a:rPr lang="ja-JP" altLang="en-US" dirty="0" smtClean="0"/>
              <a:t>セルのグリッド幅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２倍した</a:t>
            </a:r>
            <a:r>
              <a:rPr lang="ja-JP" altLang="en-US" dirty="0"/>
              <a:t>値</a:t>
            </a:r>
            <a:r>
              <a:rPr lang="ja-JP" altLang="en-US" dirty="0" smtClean="0"/>
              <a:t>が論理セルのグリッド幅</a:t>
            </a:r>
            <a:endParaRPr lang="en-US" altLang="ja-JP" dirty="0" smtClean="0"/>
          </a:p>
          <a:p>
            <a:pPr lvl="1"/>
            <a:r>
              <a:rPr lang="de-DE" altLang="ja-JP" dirty="0" smtClean="0"/>
              <a:t>RINER.SCHEM_GRID_LEN </a:t>
            </a:r>
            <a:r>
              <a:rPr lang="de-DE" altLang="ja-JP" dirty="0"/>
              <a:t>0.1875</a:t>
            </a:r>
          </a:p>
          <a:p>
            <a:pPr lvl="2"/>
            <a:r>
              <a:rPr lang="de-DE" altLang="ja-JP" dirty="0" smtClean="0"/>
              <a:t>SCHEM_GRID_OFFSET </a:t>
            </a:r>
            <a:r>
              <a:rPr lang="de-DE" altLang="ja-JP" dirty="0"/>
              <a:t>0.0625</a:t>
            </a:r>
          </a:p>
          <a:p>
            <a:pPr lvl="2"/>
            <a:r>
              <a:rPr lang="de-DE" altLang="ja-JP" dirty="0" smtClean="0"/>
              <a:t>SCHEM_PIN_WIDTH 0.05</a:t>
            </a:r>
            <a:endParaRPr lang="en-US" altLang="ja-JP" dirty="0" smtClean="0"/>
          </a:p>
          <a:p>
            <a:pPr lvl="1"/>
            <a:endParaRPr kumimoji="1"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02455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in.riner</a:t>
            </a:r>
            <a:r>
              <a:rPr kumimoji="1" lang="ja-JP" altLang="en-US" dirty="0" smtClean="0"/>
              <a:t>の情報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例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list </a:t>
            </a:r>
            <a:r>
              <a:rPr lang="en-US" altLang="ja-JP" dirty="0"/>
              <a:t>0 (list 4 5 1) (list 7 5 1) (list 7 5 2) (list 7 9 2) (list 7 9 1)</a:t>
            </a:r>
          </a:p>
          <a:p>
            <a:pPr lvl="1"/>
            <a:r>
              <a:rPr lang="en-US" altLang="ja-JP" dirty="0" smtClean="0"/>
              <a:t>list </a:t>
            </a:r>
            <a:r>
              <a:rPr lang="en-US" altLang="ja-JP" dirty="0"/>
              <a:t>1 (list 7 11 1) (list 4 11 1) (list 4 11 2) (list 4 7 2) (list 4 7 1)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89654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座標の基準　</a:t>
            </a:r>
            <a:r>
              <a:rPr kumimoji="1" lang="en-US" altLang="ja-JP" dirty="0" smtClean="0"/>
              <a:t>net </a:t>
            </a:r>
            <a:r>
              <a:rPr kumimoji="1" lang="en-US" altLang="ja-JP" dirty="0" err="1" smtClean="0"/>
              <a:t>bbox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基準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((-</a:t>
            </a:r>
            <a:r>
              <a:rPr lang="en-US" altLang="ja-JP" dirty="0"/>
              <a:t>93.25 -1.1875) </a:t>
            </a:r>
            <a:r>
              <a:rPr lang="en-US" altLang="ja-JP" dirty="0" smtClean="0"/>
              <a:t>   </a:t>
            </a:r>
            <a:r>
              <a:rPr lang="en-US" altLang="ja-JP" dirty="0"/>
              <a:t>(-93.25 -0.625</a:t>
            </a:r>
            <a:r>
              <a:rPr lang="en-US" altLang="ja-JP" dirty="0" smtClean="0"/>
              <a:t>))</a:t>
            </a:r>
          </a:p>
          <a:p>
            <a:r>
              <a:rPr lang="ja-JP" altLang="en-US" dirty="0"/>
              <a:t>下に</a:t>
            </a:r>
            <a:r>
              <a:rPr lang="ja-JP" altLang="en-US" dirty="0" smtClean="0"/>
              <a:t>移動 </a:t>
            </a:r>
            <a:r>
              <a:rPr lang="en-US" altLang="ja-JP" dirty="0" smtClean="0"/>
              <a:t>second-</a:t>
            </a:r>
          </a:p>
          <a:p>
            <a:pPr lvl="1"/>
            <a:r>
              <a:rPr lang="en-US" altLang="ja-JP" dirty="0"/>
              <a:t>((-93.25 -1.4375) </a:t>
            </a:r>
            <a:r>
              <a:rPr lang="en-US" altLang="ja-JP" dirty="0" smtClean="0"/>
              <a:t>    </a:t>
            </a:r>
            <a:r>
              <a:rPr lang="en-US" altLang="ja-JP" dirty="0"/>
              <a:t>(-93.25 -0.875</a:t>
            </a:r>
            <a:r>
              <a:rPr lang="en-US" altLang="ja-JP" dirty="0" smtClean="0"/>
              <a:t>))</a:t>
            </a:r>
          </a:p>
          <a:p>
            <a:r>
              <a:rPr kumimoji="1" lang="ja-JP" altLang="en-US" dirty="0"/>
              <a:t>右に</a:t>
            </a:r>
            <a:r>
              <a:rPr kumimoji="1" lang="ja-JP" altLang="en-US" dirty="0" smtClean="0"/>
              <a:t>移動 </a:t>
            </a:r>
            <a:r>
              <a:rPr kumimoji="1" lang="en-US" altLang="ja-JP" dirty="0" smtClean="0"/>
              <a:t>first+</a:t>
            </a:r>
          </a:p>
          <a:p>
            <a:pPr lvl="1"/>
            <a:r>
              <a:rPr lang="en-US" altLang="ja-JP" dirty="0"/>
              <a:t>((-92.5625 -1.4375) </a:t>
            </a:r>
            <a:r>
              <a:rPr lang="en-US" altLang="ja-JP" dirty="0" smtClean="0"/>
              <a:t>    </a:t>
            </a:r>
            <a:r>
              <a:rPr lang="en-US" altLang="ja-JP" dirty="0"/>
              <a:t>(-92.5625 -0.875</a:t>
            </a:r>
            <a:r>
              <a:rPr lang="en-US" altLang="ja-JP" dirty="0" smtClean="0"/>
              <a:t>))</a:t>
            </a:r>
          </a:p>
          <a:p>
            <a:r>
              <a:rPr kumimoji="1" lang="en-US" altLang="ja-JP" dirty="0" err="1" smtClean="0"/>
              <a:t>inst</a:t>
            </a:r>
            <a:r>
              <a:rPr kumimoji="1" lang="en-US" altLang="ja-JP" dirty="0" smtClean="0"/>
              <a:t>~&gt;</a:t>
            </a:r>
            <a:r>
              <a:rPr kumimoji="1" lang="en-US" altLang="ja-JP" dirty="0" err="1" smtClean="0"/>
              <a:t>bBox</a:t>
            </a:r>
            <a:r>
              <a:rPr kumimoji="1" lang="en-US" altLang="ja-JP" dirty="0" smtClean="0"/>
              <a:t> (</a:t>
            </a:r>
            <a:r>
              <a:rPr kumimoji="1" lang="ja-JP" altLang="en-US" dirty="0" smtClean="0"/>
              <a:t>左下　右上</a:t>
            </a:r>
            <a:r>
              <a:rPr kumimoji="1" lang="en-US" altLang="ja-JP" dirty="0" smtClean="0"/>
              <a:t>) </a:t>
            </a:r>
            <a:r>
              <a:rPr kumimoji="1" lang="ja-JP" altLang="en-US" dirty="0" smtClean="0"/>
              <a:t>左</a:t>
            </a:r>
            <a:r>
              <a:rPr kumimoji="1" lang="en-US" altLang="ja-JP" dirty="0" smtClean="0"/>
              <a:t>-&gt;</a:t>
            </a:r>
            <a:r>
              <a:rPr kumimoji="1" lang="ja-JP" altLang="en-US" dirty="0" smtClean="0"/>
              <a:t>右</a:t>
            </a:r>
            <a:r>
              <a:rPr lang="ja-JP" altLang="en-US" dirty="0" smtClean="0"/>
              <a:t> </a:t>
            </a:r>
            <a:r>
              <a:rPr lang="en-US" altLang="ja-JP" dirty="0" err="1" smtClean="0"/>
              <a:t>fitst</a:t>
            </a:r>
            <a:r>
              <a:rPr lang="en-US" altLang="ja-JP" dirty="0" smtClean="0"/>
              <a:t>+ second+</a:t>
            </a:r>
            <a:endParaRPr kumimoji="1" lang="en-US" altLang="ja-JP" dirty="0" smtClean="0"/>
          </a:p>
          <a:p>
            <a:pPr lvl="1"/>
            <a:r>
              <a:rPr lang="en-US" altLang="ja-JP" dirty="0"/>
              <a:t>((-50.4375 30.6) </a:t>
            </a:r>
            <a:r>
              <a:rPr lang="en-US" altLang="ja-JP" dirty="0" smtClean="0"/>
              <a:t>   </a:t>
            </a:r>
            <a:r>
              <a:rPr lang="en-US" altLang="ja-JP" dirty="0"/>
              <a:t>(-50.0375 31.4</a:t>
            </a:r>
            <a:r>
              <a:rPr lang="en-US" altLang="ja-JP" dirty="0" smtClean="0"/>
              <a:t>))</a:t>
            </a:r>
            <a:endParaRPr lang="en-US" altLang="ja-JP" dirty="0"/>
          </a:p>
          <a:p>
            <a:pPr lvl="1"/>
            <a:r>
              <a:rPr kumimoji="1" lang="ja-JP" altLang="en-US" dirty="0" smtClean="0"/>
              <a:t>大きさ </a:t>
            </a:r>
            <a:r>
              <a:rPr kumimoji="1" lang="en-US" altLang="ja-JP" dirty="0" smtClean="0"/>
              <a:t>0.4 0.8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8246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座標の基準 </a:t>
            </a:r>
            <a:r>
              <a:rPr lang="en-US" altLang="ja-JP" dirty="0" smtClean="0"/>
              <a:t>rotation </a:t>
            </a:r>
            <a:r>
              <a:rPr lang="ja-JP" altLang="en-US" dirty="0" smtClean="0"/>
              <a:t>同じ座標をクリック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基準</a:t>
            </a:r>
            <a:endParaRPr lang="en-US" altLang="ja-JP" dirty="0" smtClean="0"/>
          </a:p>
          <a:p>
            <a:pPr lvl="1"/>
            <a:r>
              <a:rPr lang="en-US" altLang="ja-JP" dirty="0"/>
              <a:t>((-81.2625 -16.4375) </a:t>
            </a:r>
            <a:r>
              <a:rPr lang="en-US" altLang="ja-JP" dirty="0" smtClean="0"/>
              <a:t>    </a:t>
            </a:r>
            <a:r>
              <a:rPr lang="en-US" altLang="ja-JP" dirty="0"/>
              <a:t>(-80.4625 -16.0625</a:t>
            </a:r>
            <a:r>
              <a:rPr lang="en-US" altLang="ja-JP" dirty="0" smtClean="0"/>
              <a:t>))</a:t>
            </a:r>
          </a:p>
          <a:p>
            <a:r>
              <a:rPr lang="en-US" altLang="ja-JP" dirty="0" smtClean="0"/>
              <a:t>J 1 - - - +</a:t>
            </a:r>
            <a:endParaRPr lang="en-US" altLang="ja-JP" dirty="0"/>
          </a:p>
          <a:p>
            <a:pPr lvl="1"/>
            <a:r>
              <a:rPr lang="en-US" altLang="ja-JP" dirty="0"/>
              <a:t>((-81.4375 -16.6375) </a:t>
            </a:r>
            <a:r>
              <a:rPr lang="en-US" altLang="ja-JP" dirty="0" smtClean="0"/>
              <a:t>    </a:t>
            </a:r>
            <a:r>
              <a:rPr lang="en-US" altLang="ja-JP" dirty="0"/>
              <a:t>(-81.0625 -</a:t>
            </a:r>
            <a:r>
              <a:rPr lang="en-US" altLang="ja-JP" dirty="0" smtClean="0"/>
              <a:t>15.8375))</a:t>
            </a:r>
          </a:p>
          <a:p>
            <a:r>
              <a:rPr lang="en-US" altLang="ja-JP" dirty="0" smtClean="0"/>
              <a:t>j 2 - - + -</a:t>
            </a:r>
          </a:p>
          <a:p>
            <a:pPr lvl="1"/>
            <a:r>
              <a:rPr lang="en-US" altLang="ja-JP" dirty="0"/>
              <a:t>((-81.6625 -16.8125) </a:t>
            </a:r>
            <a:r>
              <a:rPr lang="en-US" altLang="ja-JP" dirty="0" smtClean="0"/>
              <a:t>    </a:t>
            </a:r>
            <a:r>
              <a:rPr lang="en-US" altLang="ja-JP" dirty="0"/>
              <a:t>(-80.8625 -16.4375</a:t>
            </a:r>
            <a:r>
              <a:rPr lang="en-US" altLang="ja-JP" dirty="0" smtClean="0"/>
              <a:t>))</a:t>
            </a:r>
          </a:p>
          <a:p>
            <a:r>
              <a:rPr lang="en-US" altLang="ja-JP" dirty="0" smtClean="0"/>
              <a:t>j 3 + - + +</a:t>
            </a:r>
          </a:p>
          <a:p>
            <a:pPr lvl="1"/>
            <a:r>
              <a:rPr lang="en-US" altLang="ja-JP" dirty="0"/>
              <a:t>((-81.0625 -17.0375) </a:t>
            </a:r>
            <a:r>
              <a:rPr lang="en-US" altLang="ja-JP" dirty="0" smtClean="0"/>
              <a:t>    </a:t>
            </a:r>
            <a:r>
              <a:rPr lang="en-US" altLang="ja-JP" dirty="0"/>
              <a:t>(-80.6875 -16.2375</a:t>
            </a:r>
            <a:r>
              <a:rPr lang="en-US" altLang="ja-JP" dirty="0" smtClean="0"/>
              <a:t>))</a:t>
            </a:r>
            <a:endParaRPr lang="en-US" altLang="ja-JP" dirty="0"/>
          </a:p>
          <a:p>
            <a:r>
              <a:rPr lang="en-US" altLang="ja-JP" dirty="0" smtClean="0"/>
              <a:t>j 4 - + + +</a:t>
            </a:r>
          </a:p>
          <a:p>
            <a:pPr lvl="1"/>
            <a:r>
              <a:rPr lang="en-US" altLang="ja-JP" dirty="0" smtClean="0"/>
              <a:t>((-</a:t>
            </a:r>
            <a:r>
              <a:rPr lang="en-US" altLang="ja-JP" dirty="0"/>
              <a:t>81.2625 -16.4375) </a:t>
            </a:r>
            <a:r>
              <a:rPr lang="en-US" altLang="ja-JP" dirty="0" smtClean="0"/>
              <a:t>    </a:t>
            </a:r>
            <a:r>
              <a:rPr lang="en-US" altLang="ja-JP" dirty="0"/>
              <a:t>(-80.4625 -16.0625</a:t>
            </a:r>
            <a:r>
              <a:rPr lang="en-US" altLang="ja-JP" dirty="0" smtClean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041282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座標の基準　同じボックス領域でロテート</a:t>
            </a:r>
            <a:r>
              <a:rPr kumimoji="1" lang="en-US" altLang="ja-JP" dirty="0" smtClean="0"/>
              <a:t>j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ja-JP" altLang="en-US" dirty="0" smtClean="0"/>
              <a:t>基準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((-</a:t>
            </a:r>
            <a:r>
              <a:rPr lang="en-US" altLang="ja-JP" dirty="0"/>
              <a:t>0.2 0.0) </a:t>
            </a:r>
            <a:r>
              <a:rPr lang="en-US" altLang="ja-JP" dirty="0" smtClean="0"/>
              <a:t>    </a:t>
            </a:r>
            <a:r>
              <a:rPr lang="en-US" altLang="ja-JP" dirty="0"/>
              <a:t>(0.6 0.375</a:t>
            </a:r>
            <a:r>
              <a:rPr lang="en-US" altLang="ja-JP" dirty="0" smtClean="0"/>
              <a:t>))</a:t>
            </a:r>
            <a:endParaRPr lang="en-US" altLang="ja-JP" dirty="0"/>
          </a:p>
          <a:p>
            <a:r>
              <a:rPr lang="en-US" altLang="ja-JP" dirty="0" smtClean="0"/>
              <a:t>j1</a:t>
            </a:r>
            <a:endParaRPr lang="en-US" altLang="ja-JP" dirty="0"/>
          </a:p>
          <a:p>
            <a:pPr lvl="1"/>
            <a:r>
              <a:rPr lang="en-US" altLang="ja-JP" dirty="0"/>
              <a:t>((0.0 -0.2) </a:t>
            </a:r>
            <a:r>
              <a:rPr lang="en-US" altLang="ja-JP" dirty="0" smtClean="0"/>
              <a:t>    </a:t>
            </a:r>
            <a:r>
              <a:rPr lang="en-US" altLang="ja-JP" dirty="0"/>
              <a:t>(0.375 0.6</a:t>
            </a:r>
            <a:r>
              <a:rPr lang="en-US" altLang="ja-JP" dirty="0" smtClean="0"/>
              <a:t>))</a:t>
            </a:r>
          </a:p>
          <a:p>
            <a:r>
              <a:rPr kumimoji="1" lang="en-US" altLang="ja-JP" dirty="0" smtClean="0"/>
              <a:t>j2</a:t>
            </a:r>
            <a:endParaRPr kumimoji="1" lang="en-US" altLang="ja-JP" dirty="0"/>
          </a:p>
          <a:p>
            <a:pPr lvl="1"/>
            <a:r>
              <a:rPr lang="en-US" altLang="ja-JP" dirty="0"/>
              <a:t>((-0.225 0.0) </a:t>
            </a:r>
            <a:r>
              <a:rPr lang="en-US" altLang="ja-JP" dirty="0" smtClean="0"/>
              <a:t>    </a:t>
            </a:r>
            <a:r>
              <a:rPr lang="en-US" altLang="ja-JP" dirty="0"/>
              <a:t>(0.575 0.375</a:t>
            </a:r>
            <a:r>
              <a:rPr lang="en-US" altLang="ja-JP" dirty="0" smtClean="0"/>
              <a:t>))</a:t>
            </a:r>
          </a:p>
          <a:p>
            <a:r>
              <a:rPr kumimoji="1" lang="en-US" altLang="ja-JP" dirty="0" smtClean="0"/>
              <a:t>j3</a:t>
            </a:r>
            <a:endParaRPr lang="en-US" altLang="ja-JP" dirty="0" smtClean="0"/>
          </a:p>
          <a:p>
            <a:pPr lvl="1"/>
            <a:r>
              <a:rPr lang="en-US" altLang="ja-JP" dirty="0"/>
              <a:t>((0.0 -0.225) </a:t>
            </a:r>
            <a:r>
              <a:rPr lang="en-US" altLang="ja-JP" dirty="0" smtClean="0"/>
              <a:t>    </a:t>
            </a:r>
            <a:r>
              <a:rPr lang="en-US" altLang="ja-JP" dirty="0"/>
              <a:t>(0.375 0.575</a:t>
            </a:r>
            <a:r>
              <a:rPr lang="en-US" altLang="ja-JP" dirty="0" smtClean="0"/>
              <a:t>))</a:t>
            </a:r>
            <a:endParaRPr lang="en-US" altLang="ja-JP" dirty="0"/>
          </a:p>
          <a:p>
            <a:r>
              <a:rPr kumimoji="1" lang="en-US" altLang="ja-JP" dirty="0" smtClean="0"/>
              <a:t>j4</a:t>
            </a:r>
          </a:p>
          <a:p>
            <a:pPr lvl="1"/>
            <a:r>
              <a:rPr lang="en-US" altLang="ja-JP" dirty="0"/>
              <a:t>((-0.2 0.0) </a:t>
            </a:r>
            <a:r>
              <a:rPr lang="en-US" altLang="ja-JP" dirty="0" smtClean="0"/>
              <a:t>    </a:t>
            </a:r>
            <a:r>
              <a:rPr lang="en-US" altLang="ja-JP" dirty="0"/>
              <a:t>(0.6 </a:t>
            </a:r>
            <a:r>
              <a:rPr lang="en-US" altLang="ja-JP" dirty="0" smtClean="0"/>
              <a:t>0.375))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kumimoji="1" lang="en-US" altLang="ja-JP" dirty="0" smtClean="0"/>
          </a:p>
          <a:p>
            <a:pPr lvl="1"/>
            <a:endParaRPr lang="en-US" altLang="ja-JP" dirty="0"/>
          </a:p>
          <a:p>
            <a:endParaRPr kumimoji="1" lang="en-US" altLang="ja-JP" dirty="0" smtClean="0"/>
          </a:p>
          <a:p>
            <a:pPr lvl="1"/>
            <a:endParaRPr lang="en-US" altLang="ja-JP" dirty="0"/>
          </a:p>
          <a:p>
            <a:r>
              <a:rPr kumimoji="1" lang="en-US" altLang="ja-JP" dirty="0" smtClean="0"/>
              <a:t>sj1</a:t>
            </a:r>
          </a:p>
          <a:p>
            <a:pPr lvl="1"/>
            <a:r>
              <a:rPr lang="en-US" altLang="ja-JP" dirty="0" smtClean="0"/>
              <a:t>((-</a:t>
            </a:r>
            <a:r>
              <a:rPr lang="en-US" altLang="ja-JP" dirty="0"/>
              <a:t>0.225 0.0) </a:t>
            </a:r>
            <a:r>
              <a:rPr lang="en-US" altLang="ja-JP" dirty="0" smtClean="0"/>
              <a:t>    </a:t>
            </a:r>
            <a:r>
              <a:rPr lang="en-US" altLang="ja-JP" dirty="0"/>
              <a:t>(0.575 0.375</a:t>
            </a:r>
            <a:r>
              <a:rPr lang="en-US" altLang="ja-JP" dirty="0" smtClean="0"/>
              <a:t>))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88567410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FF0066"/>
      </a:folHlink>
    </a:clrScheme>
    <a:fontScheme name="ユーザー定義 1">
      <a:majorFont>
        <a:latin typeface="Calibri"/>
        <a:ea typeface="ＭＳ Ｐゴシック"/>
        <a:cs typeface=""/>
      </a:majorFont>
      <a:minorFont>
        <a:latin typeface="Calibri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ＭＳ ゴシック" pitchFamily="49" charset="-128"/>
          </a:defRPr>
        </a:defPPr>
      </a:lstStyle>
    </a:spDef>
    <a:lnDef>
      <a:spPr bwMode="auto">
        <a:noFill/>
        <a:ln w="31750" algn="ctr">
          <a:solidFill>
            <a:schemeClr val="tx1"/>
          </a:solidFill>
          <a:round/>
          <a:headEnd/>
          <a:tailEnd type="arrow" w="med" len="med"/>
        </a:ln>
      </a:spPr>
      <a:bodyPr/>
      <a:lstStyle/>
    </a:lnDef>
  </a:objectDefaults>
  <a:extraClrSchemeLst>
    <a:extraClrScheme>
      <a:clrScheme name="ERTLテンプレート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RTLテンプレート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RTLテンプレート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RTLテンプレート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RTLテンプレー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RTLテンプレー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RTLテンプレー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テーマ1</Template>
  <TotalTime>1338</TotalTime>
  <Words>857</Words>
  <Application>Microsoft Office PowerPoint</Application>
  <PresentationFormat>画面に合わせる (4:3)</PresentationFormat>
  <Paragraphs>149</Paragraphs>
  <Slides>20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1" baseType="lpstr">
      <vt:lpstr>テーマ1</vt:lpstr>
      <vt:lpstr>配線CAD</vt:lpstr>
      <vt:lpstr>更新情報</vt:lpstr>
      <vt:lpstr>やること</vt:lpstr>
      <vt:lpstr>CADの手順</vt:lpstr>
      <vt:lpstr>ワイア生成のプログラム</vt:lpstr>
      <vt:lpstr>out.rinerの生成手順</vt:lpstr>
      <vt:lpstr>in.rinerからptl用ワイアの配線手順</vt:lpstr>
      <vt:lpstr>雑記</vt:lpstr>
      <vt:lpstr>PowerPoint プレゼンテーション</vt:lpstr>
      <vt:lpstr>雑記</vt:lpstr>
      <vt:lpstr>schCreateWire</vt:lpstr>
      <vt:lpstr>位置の調整</vt:lpstr>
      <vt:lpstr>out.rinerの情報</vt:lpstr>
      <vt:lpstr>アンドゥー</vt:lpstr>
      <vt:lpstr>in.rinerへ送る配線領域・配線不能領域</vt:lpstr>
      <vt:lpstr>PowerPoint プレゼンテーション</vt:lpstr>
      <vt:lpstr>in.rinerの情報</vt:lpstr>
      <vt:lpstr>座標の基準　net bbox</vt:lpstr>
      <vt:lpstr>座標の基準 rotation 同じ座標をクリック</vt:lpstr>
      <vt:lpstr>座標の基準　同じボックス領域でロテートj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kawaguti</dc:creator>
  <cp:lastModifiedBy>kawaguti</cp:lastModifiedBy>
  <cp:revision>75</cp:revision>
  <dcterms:created xsi:type="dcterms:W3CDTF">2013-02-20T07:32:51Z</dcterms:created>
  <dcterms:modified xsi:type="dcterms:W3CDTF">2013-03-07T20:50:27Z</dcterms:modified>
</cp:coreProperties>
</file>